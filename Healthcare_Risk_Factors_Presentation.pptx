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Risk Factors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EDA, Modeling &amp; Insights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- 30,000 records with medical &amp; lifestyle risk factors</a:t>
            </a:r>
          </a:p>
          <a:p>
            <a:r>
              <a:t>- Columns include Glucose, BP, BMI, Cholesterol, HbA1c</a:t>
            </a:r>
          </a:p>
          <a:p>
            <a:r>
              <a:t>- Target variable: Medical Condition (8 classes)</a:t>
            </a:r>
          </a:p>
          <a:p>
            <a:r>
              <a:t>- Contains missing values and noise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Missing values in Gender, Glucose, Blood Pressure</a:t>
            </a:r>
          </a:p>
          <a:p>
            <a:r>
              <a:t>- Diabetes &amp; Hypertension are most common conditions</a:t>
            </a:r>
          </a:p>
          <a:p>
            <a:r>
              <a:t>- Glucose &amp; HbA1c show strong correlation</a:t>
            </a:r>
          </a:p>
          <a:p>
            <a:r>
              <a:t>- BMI varies significantly across medical groups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noise columns (random_notes, noise_col)</a:t>
            </a:r>
          </a:p>
          <a:p>
            <a:r>
              <a:t>- Imputed numeric values using median</a:t>
            </a:r>
          </a:p>
          <a:p>
            <a:r>
              <a:t>- Filled missing labels as 'Unknown'</a:t>
            </a:r>
          </a:p>
          <a:p>
            <a:r>
              <a:t>- One-Hot Encoding for categorical variables</a:t>
            </a:r>
          </a:p>
          <a:p>
            <a:r>
              <a:t>- Standard scaling for numeric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Trained:</a:t>
            </a:r>
          </a:p>
          <a:p>
            <a:r>
              <a:t>- Logistic Regression</a:t>
            </a:r>
          </a:p>
          <a:p>
            <a:r>
              <a:t>- Random Forest Classifier</a:t>
            </a:r>
          </a:p>
          <a:p/>
          <a:p>
            <a:r>
              <a:t>Random Forest performed better overall.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~78%</a:t>
            </a:r>
          </a:p>
          <a:p>
            <a:r>
              <a:t>Macro F1 Score: ~0.73</a:t>
            </a:r>
          </a:p>
          <a:p>
            <a:r>
              <a:t>ROC AUC (macro): ~0.92</a:t>
            </a:r>
          </a:p>
          <a:p/>
          <a:p>
            <a:r>
              <a:t>Best predicted conditions:</a:t>
            </a:r>
          </a:p>
          <a:p>
            <a:r>
              <a:t>- Diabetes</a:t>
            </a:r>
          </a:p>
          <a:p>
            <a:r>
              <a:t>- Healthy</a:t>
            </a:r>
          </a:p>
          <a:p>
            <a:r>
              <a:t>- Hypertension</a:t>
            </a:r>
          </a:p>
          <a:p/>
          <a:p>
            <a:r>
              <a:t>Least accurate: 'Unknown'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predictive features:</a:t>
            </a:r>
          </a:p>
          <a:p>
            <a:r>
              <a:t>- HbA1c</a:t>
            </a:r>
          </a:p>
          <a:p>
            <a:r>
              <a:t>- Glucose</a:t>
            </a:r>
          </a:p>
          <a:p>
            <a:r>
              <a:t>- Blood Pressure</a:t>
            </a:r>
          </a:p>
          <a:p>
            <a:r>
              <a:t>- BMI</a:t>
            </a:r>
          </a:p>
          <a:p>
            <a:r>
              <a:t>- Age</a:t>
            </a:r>
          </a:p>
          <a:p>
            <a:r>
              <a:t>- Cholesterol</a:t>
            </a:r>
          </a:p>
          <a:p/>
          <a:p>
            <a:r>
              <a:t>These strongly influence medical condition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Glucose &amp; HbA1c strongly indicate diabetes</a:t>
            </a:r>
          </a:p>
          <a:p>
            <a:r>
              <a:t>- BMI identifies obesity risks</a:t>
            </a:r>
          </a:p>
          <a:p>
            <a:r>
              <a:t>- Age &amp; BP correlate with hypertension</a:t>
            </a:r>
          </a:p>
          <a:p>
            <a:r>
              <a:t>- Lifestyle factors contribute moderately</a:t>
            </a:r>
          </a:p>
          <a:p>
            <a:r>
              <a:t>- 'Unknown' label reduces model clarity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data quality and reduce missing values</a:t>
            </a:r>
          </a:p>
          <a:p>
            <a:r>
              <a:t>- Use XGBoost or tuned Random Forest for higher accuracy</a:t>
            </a:r>
          </a:p>
          <a:p>
            <a:r>
              <a:t>- Remove or fix 'Unknown' labeled rows</a:t>
            </a:r>
          </a:p>
          <a:p>
            <a:r>
              <a:t>- Add more lifestyle and demographic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